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73" r:id="rId2"/>
    <p:sldId id="277" r:id="rId3"/>
    <p:sldId id="257" r:id="rId4"/>
    <p:sldId id="259" r:id="rId5"/>
    <p:sldId id="260" r:id="rId6"/>
    <p:sldId id="261" r:id="rId7"/>
    <p:sldId id="262" r:id="rId8"/>
    <p:sldId id="266" r:id="rId9"/>
    <p:sldId id="271" r:id="rId10"/>
    <p:sldId id="263" r:id="rId11"/>
    <p:sldId id="275" r:id="rId12"/>
    <p:sldId id="268" r:id="rId13"/>
    <p:sldId id="276" r:id="rId14"/>
    <p:sldId id="27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lari vishnuvardhan" initials="tv" lastIdx="1" clrIdx="0">
    <p:extLst>
      <p:ext uri="{19B8F6BF-5375-455C-9EA6-DF929625EA0E}">
        <p15:presenceInfo xmlns:p15="http://schemas.microsoft.com/office/powerpoint/2012/main" userId="a5ebf61bddae72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5D111-575F-4970-B49B-DB94AA29A5FA}" v="36" dt="2026-07-16T05:31:53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1" autoAdjust="0"/>
    <p:restoredTop sz="94660"/>
  </p:normalViewPr>
  <p:slideViewPr>
    <p:cSldViewPr>
      <p:cViewPr varScale="1">
        <p:scale>
          <a:sx n="59" d="100"/>
          <a:sy n="59" d="100"/>
        </p:scale>
        <p:origin x="64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ari vishnuvardhan" userId="a5ebf61bddae72dd" providerId="LiveId" clId="{48E6BD6C-8128-4AAB-8E81-314FA2E48D5F}"/>
    <pc:docChg chg="undo custSel delSld modSld sldOrd">
      <pc:chgData name="talari vishnuvardhan" userId="a5ebf61bddae72dd" providerId="LiveId" clId="{48E6BD6C-8128-4AAB-8E81-314FA2E48D5F}" dt="2026-07-16T05:33:04.229" v="1371" actId="20577"/>
      <pc:docMkLst>
        <pc:docMk/>
      </pc:docMkLst>
      <pc:sldChg chg="modSp mod">
        <pc:chgData name="talari vishnuvardhan" userId="a5ebf61bddae72dd" providerId="LiveId" clId="{48E6BD6C-8128-4AAB-8E81-314FA2E48D5F}" dt="2026-07-16T05:29:26.914" v="1334" actId="113"/>
        <pc:sldMkLst>
          <pc:docMk/>
          <pc:sldMk cId="3056726007" sldId="257"/>
        </pc:sldMkLst>
        <pc:spChg chg="mod">
          <ac:chgData name="talari vishnuvardhan" userId="a5ebf61bddae72dd" providerId="LiveId" clId="{48E6BD6C-8128-4AAB-8E81-314FA2E48D5F}" dt="2026-07-16T05:29:26.914" v="1334" actId="113"/>
          <ac:spMkLst>
            <pc:docMk/>
            <pc:sldMk cId="3056726007" sldId="257"/>
            <ac:spMk id="3" creationId="{00000000-0000-0000-0000-000000000000}"/>
          </ac:spMkLst>
        </pc:spChg>
      </pc:sldChg>
      <pc:sldChg chg="modSp mod">
        <pc:chgData name="talari vishnuvardhan" userId="a5ebf61bddae72dd" providerId="LiveId" clId="{48E6BD6C-8128-4AAB-8E81-314FA2E48D5F}" dt="2026-07-16T04:37:44.937" v="1169" actId="113"/>
        <pc:sldMkLst>
          <pc:docMk/>
          <pc:sldMk cId="4134847396" sldId="259"/>
        </pc:sldMkLst>
        <pc:spChg chg="mod">
          <ac:chgData name="talari vishnuvardhan" userId="a5ebf61bddae72dd" providerId="LiveId" clId="{48E6BD6C-8128-4AAB-8E81-314FA2E48D5F}" dt="2026-07-16T04:37:44.937" v="1169" actId="113"/>
          <ac:spMkLst>
            <pc:docMk/>
            <pc:sldMk cId="4134847396" sldId="259"/>
            <ac:spMk id="3" creationId="{00000000-0000-0000-0000-000000000000}"/>
          </ac:spMkLst>
        </pc:spChg>
      </pc:sldChg>
      <pc:sldChg chg="addSp delSp modSp mod">
        <pc:chgData name="talari vishnuvardhan" userId="a5ebf61bddae72dd" providerId="LiveId" clId="{48E6BD6C-8128-4AAB-8E81-314FA2E48D5F}" dt="2026-07-16T05:30:29.052" v="1338" actId="1076"/>
        <pc:sldMkLst>
          <pc:docMk/>
          <pc:sldMk cId="2039873025" sldId="260"/>
        </pc:sldMkLst>
        <pc:spChg chg="mod">
          <ac:chgData name="talari vishnuvardhan" userId="a5ebf61bddae72dd" providerId="LiveId" clId="{48E6BD6C-8128-4AAB-8E81-314FA2E48D5F}" dt="2026-07-16T05:30:29.052" v="1338" actId="1076"/>
          <ac:spMkLst>
            <pc:docMk/>
            <pc:sldMk cId="2039873025" sldId="260"/>
            <ac:spMk id="2" creationId="{00000000-0000-0000-0000-000000000000}"/>
          </ac:spMkLst>
        </pc:spChg>
        <pc:spChg chg="add del mod">
          <ac:chgData name="talari vishnuvardhan" userId="a5ebf61bddae72dd" providerId="LiveId" clId="{48E6BD6C-8128-4AAB-8E81-314FA2E48D5F}" dt="2026-07-16T04:41:01.019" v="1191" actId="478"/>
          <ac:spMkLst>
            <pc:docMk/>
            <pc:sldMk cId="2039873025" sldId="260"/>
            <ac:spMk id="4" creationId="{189D8347-E760-D8AC-8528-003CE181092E}"/>
          </ac:spMkLst>
        </pc:spChg>
        <pc:spChg chg="add del mod">
          <ac:chgData name="talari vishnuvardhan" userId="a5ebf61bddae72dd" providerId="LiveId" clId="{48E6BD6C-8128-4AAB-8E81-314FA2E48D5F}" dt="2026-07-16T04:41:19.875" v="1195" actId="478"/>
          <ac:spMkLst>
            <pc:docMk/>
            <pc:sldMk cId="2039873025" sldId="260"/>
            <ac:spMk id="7" creationId="{53127EDD-7468-DC40-5D8B-CF8E69CCD11A}"/>
          </ac:spMkLst>
        </pc:spChg>
        <pc:spChg chg="mod">
          <ac:chgData name="talari vishnuvardhan" userId="a5ebf61bddae72dd" providerId="LiveId" clId="{48E6BD6C-8128-4AAB-8E81-314FA2E48D5F}" dt="2026-07-16T04:45:07.549" v="1227" actId="20577"/>
          <ac:spMkLst>
            <pc:docMk/>
            <pc:sldMk cId="2039873025" sldId="260"/>
            <ac:spMk id="9" creationId="{00000000-0000-0000-0000-000000000000}"/>
          </ac:spMkLst>
        </pc:spChg>
        <pc:spChg chg="del mod">
          <ac:chgData name="talari vishnuvardhan" userId="a5ebf61bddae72dd" providerId="LiveId" clId="{48E6BD6C-8128-4AAB-8E81-314FA2E48D5F}" dt="2026-07-16T04:39:19.637" v="1173" actId="478"/>
          <ac:spMkLst>
            <pc:docMk/>
            <pc:sldMk cId="2039873025" sldId="260"/>
            <ac:spMk id="10" creationId="{00000000-0000-0000-0000-000000000000}"/>
          </ac:spMkLst>
        </pc:spChg>
        <pc:spChg chg="add del mod">
          <ac:chgData name="talari vishnuvardhan" userId="a5ebf61bddae72dd" providerId="LiveId" clId="{48E6BD6C-8128-4AAB-8E81-314FA2E48D5F}" dt="2026-07-16T04:44:01.199" v="1217" actId="20577"/>
          <ac:spMkLst>
            <pc:docMk/>
            <pc:sldMk cId="2039873025" sldId="260"/>
            <ac:spMk id="11" creationId="{00000000-0000-0000-0000-000000000000}"/>
          </ac:spMkLst>
        </pc:spChg>
        <pc:picChg chg="add del">
          <ac:chgData name="talari vishnuvardhan" userId="a5ebf61bddae72dd" providerId="LiveId" clId="{48E6BD6C-8128-4AAB-8E81-314FA2E48D5F}" dt="2026-07-16T04:41:05.570" v="1193" actId="478"/>
          <ac:picMkLst>
            <pc:docMk/>
            <pc:sldMk cId="2039873025" sldId="260"/>
            <ac:picMk id="15" creationId="{99F788CB-70B0-A8E2-F4C9-68F5B7CA48D8}"/>
          </ac:picMkLst>
        </pc:picChg>
      </pc:sldChg>
      <pc:sldChg chg="addSp delSp modSp mod">
        <pc:chgData name="talari vishnuvardhan" userId="a5ebf61bddae72dd" providerId="LiveId" clId="{48E6BD6C-8128-4AAB-8E81-314FA2E48D5F}" dt="2026-07-16T04:59:53.660" v="1234" actId="14100"/>
        <pc:sldMkLst>
          <pc:docMk/>
          <pc:sldMk cId="640826168" sldId="261"/>
        </pc:sldMkLst>
        <pc:picChg chg="del">
          <ac:chgData name="talari vishnuvardhan" userId="a5ebf61bddae72dd" providerId="LiveId" clId="{48E6BD6C-8128-4AAB-8E81-314FA2E48D5F}" dt="2026-07-16T04:59:32.011" v="1229" actId="478"/>
          <ac:picMkLst>
            <pc:docMk/>
            <pc:sldMk cId="640826168" sldId="261"/>
            <ac:picMk id="4" creationId="{58CC2646-DF51-AFAA-B33F-3652D2C0AC15}"/>
          </ac:picMkLst>
        </pc:picChg>
        <pc:picChg chg="add mod">
          <ac:chgData name="talari vishnuvardhan" userId="a5ebf61bddae72dd" providerId="LiveId" clId="{48E6BD6C-8128-4AAB-8E81-314FA2E48D5F}" dt="2026-07-16T04:59:53.660" v="1234" actId="14100"/>
          <ac:picMkLst>
            <pc:docMk/>
            <pc:sldMk cId="640826168" sldId="261"/>
            <ac:picMk id="5" creationId="{64ABA598-7293-58A6-1EF6-D59B9728A727}"/>
          </ac:picMkLst>
        </pc:picChg>
      </pc:sldChg>
      <pc:sldChg chg="addSp delSp modSp mod">
        <pc:chgData name="talari vishnuvardhan" userId="a5ebf61bddae72dd" providerId="LiveId" clId="{48E6BD6C-8128-4AAB-8E81-314FA2E48D5F}" dt="2026-07-16T05:27:08.820" v="1330" actId="14100"/>
        <pc:sldMkLst>
          <pc:docMk/>
          <pc:sldMk cId="1976928594" sldId="262"/>
        </pc:sldMkLst>
        <pc:spChg chg="add del mod">
          <ac:chgData name="talari vishnuvardhan" userId="a5ebf61bddae72dd" providerId="LiveId" clId="{48E6BD6C-8128-4AAB-8E81-314FA2E48D5F}" dt="2026-07-16T05:26:52.568" v="1326" actId="478"/>
          <ac:spMkLst>
            <pc:docMk/>
            <pc:sldMk cId="1976928594" sldId="262"/>
            <ac:spMk id="10" creationId="{8CF2C4F2-F76E-A7C2-351A-F5C04E877CCB}"/>
          </ac:spMkLst>
        </pc:spChg>
        <pc:graphicFrameChg chg="del">
          <ac:chgData name="talari vishnuvardhan" userId="a5ebf61bddae72dd" providerId="LiveId" clId="{48E6BD6C-8128-4AAB-8E81-314FA2E48D5F}" dt="2026-07-16T05:26:45.054" v="1324" actId="478"/>
          <ac:graphicFrameMkLst>
            <pc:docMk/>
            <pc:sldMk cId="1976928594" sldId="262"/>
            <ac:graphicFrameMk id="5" creationId="{00000000-0000-0000-0000-000000000000}"/>
          </ac:graphicFrameMkLst>
        </pc:graphicFrameChg>
        <pc:picChg chg="add mod">
          <ac:chgData name="talari vishnuvardhan" userId="a5ebf61bddae72dd" providerId="LiveId" clId="{48E6BD6C-8128-4AAB-8E81-314FA2E48D5F}" dt="2026-07-16T05:27:08.820" v="1330" actId="14100"/>
          <ac:picMkLst>
            <pc:docMk/>
            <pc:sldMk cId="1976928594" sldId="262"/>
            <ac:picMk id="4" creationId="{826A2D43-C62D-2E0F-6EA2-D319D897EB83}"/>
          </ac:picMkLst>
        </pc:picChg>
      </pc:sldChg>
      <pc:sldChg chg="modSp mod">
        <pc:chgData name="talari vishnuvardhan" userId="a5ebf61bddae72dd" providerId="LiveId" clId="{48E6BD6C-8128-4AAB-8E81-314FA2E48D5F}" dt="2026-07-16T05:18:11.742" v="1288" actId="1076"/>
        <pc:sldMkLst>
          <pc:docMk/>
          <pc:sldMk cId="3143011627" sldId="263"/>
        </pc:sldMkLst>
        <pc:spChg chg="mod">
          <ac:chgData name="talari vishnuvardhan" userId="a5ebf61bddae72dd" providerId="LiveId" clId="{48E6BD6C-8128-4AAB-8E81-314FA2E48D5F}" dt="2026-07-16T05:18:11.742" v="1288" actId="1076"/>
          <ac:spMkLst>
            <pc:docMk/>
            <pc:sldMk cId="3143011627" sldId="263"/>
            <ac:spMk id="2" creationId="{00000000-0000-0000-0000-000000000000}"/>
          </ac:spMkLst>
        </pc:spChg>
        <pc:spChg chg="mod">
          <ac:chgData name="talari vishnuvardhan" userId="a5ebf61bddae72dd" providerId="LiveId" clId="{48E6BD6C-8128-4AAB-8E81-314FA2E48D5F}" dt="2026-07-16T05:17:20.412" v="1284" actId="5793"/>
          <ac:spMkLst>
            <pc:docMk/>
            <pc:sldMk cId="3143011627" sldId="263"/>
            <ac:spMk id="3" creationId="{00000000-0000-0000-0000-000000000000}"/>
          </ac:spMkLst>
        </pc:spChg>
      </pc:sldChg>
      <pc:sldChg chg="addSp delSp modSp mod">
        <pc:chgData name="talari vishnuvardhan" userId="a5ebf61bddae72dd" providerId="LiveId" clId="{48E6BD6C-8128-4AAB-8E81-314FA2E48D5F}" dt="2026-07-16T05:11:51.125" v="1250" actId="1076"/>
        <pc:sldMkLst>
          <pc:docMk/>
          <pc:sldMk cId="4271709325" sldId="266"/>
        </pc:sldMkLst>
        <pc:spChg chg="mod">
          <ac:chgData name="talari vishnuvardhan" userId="a5ebf61bddae72dd" providerId="LiveId" clId="{48E6BD6C-8128-4AAB-8E81-314FA2E48D5F}" dt="2026-07-16T05:11:51.125" v="1250" actId="1076"/>
          <ac:spMkLst>
            <pc:docMk/>
            <pc:sldMk cId="4271709325" sldId="266"/>
            <ac:spMk id="2" creationId="{00000000-0000-0000-0000-000000000000}"/>
          </ac:spMkLst>
        </pc:spChg>
        <pc:spChg chg="del mod">
          <ac:chgData name="talari vishnuvardhan" userId="a5ebf61bddae72dd" providerId="LiveId" clId="{48E6BD6C-8128-4AAB-8E81-314FA2E48D5F}" dt="2026-07-16T05:10:42.879" v="1237" actId="478"/>
          <ac:spMkLst>
            <pc:docMk/>
            <pc:sldMk cId="4271709325" sldId="266"/>
            <ac:spMk id="3" creationId="{00000000-0000-0000-0000-000000000000}"/>
          </ac:spMkLst>
        </pc:spChg>
        <pc:spChg chg="add del mod">
          <ac:chgData name="talari vishnuvardhan" userId="a5ebf61bddae72dd" providerId="LiveId" clId="{48E6BD6C-8128-4AAB-8E81-314FA2E48D5F}" dt="2026-07-16T05:11:02.965" v="1241" actId="478"/>
          <ac:spMkLst>
            <pc:docMk/>
            <pc:sldMk cId="4271709325" sldId="266"/>
            <ac:spMk id="10" creationId="{C8DB40D0-0CE6-A26D-A0A3-939C7653B7E9}"/>
          </ac:spMkLst>
        </pc:spChg>
        <pc:picChg chg="add mod">
          <ac:chgData name="talari vishnuvardhan" userId="a5ebf61bddae72dd" providerId="LiveId" clId="{48E6BD6C-8128-4AAB-8E81-314FA2E48D5F}" dt="2026-07-16T05:11:05.687" v="1242" actId="1076"/>
          <ac:picMkLst>
            <pc:docMk/>
            <pc:sldMk cId="4271709325" sldId="266"/>
            <ac:picMk id="5" creationId="{D3513D3F-7A3D-A9CE-1EB6-AA87E383FF11}"/>
          </ac:picMkLst>
        </pc:picChg>
      </pc:sldChg>
      <pc:sldChg chg="del">
        <pc:chgData name="talari vishnuvardhan" userId="a5ebf61bddae72dd" providerId="LiveId" clId="{48E6BD6C-8128-4AAB-8E81-314FA2E48D5F}" dt="2026-07-16T05:20:55.589" v="1302" actId="47"/>
        <pc:sldMkLst>
          <pc:docMk/>
          <pc:sldMk cId="3601646770" sldId="267"/>
        </pc:sldMkLst>
      </pc:sldChg>
      <pc:sldChg chg="modSp mod">
        <pc:chgData name="talari vishnuvardhan" userId="a5ebf61bddae72dd" providerId="LiveId" clId="{48E6BD6C-8128-4AAB-8E81-314FA2E48D5F}" dt="2026-07-16T05:19:31.932" v="1293" actId="2711"/>
        <pc:sldMkLst>
          <pc:docMk/>
          <pc:sldMk cId="331407704" sldId="268"/>
        </pc:sldMkLst>
        <pc:spChg chg="mod">
          <ac:chgData name="talari vishnuvardhan" userId="a5ebf61bddae72dd" providerId="LiveId" clId="{48E6BD6C-8128-4AAB-8E81-314FA2E48D5F}" dt="2026-07-16T05:19:31.932" v="1293" actId="2711"/>
          <ac:spMkLst>
            <pc:docMk/>
            <pc:sldMk cId="331407704" sldId="268"/>
            <ac:spMk id="3" creationId="{00000000-0000-0000-0000-000000000000}"/>
          </ac:spMkLst>
        </pc:spChg>
      </pc:sldChg>
      <pc:sldChg chg="del">
        <pc:chgData name="talari vishnuvardhan" userId="a5ebf61bddae72dd" providerId="LiveId" clId="{48E6BD6C-8128-4AAB-8E81-314FA2E48D5F}" dt="2026-07-16T05:20:48.279" v="1301" actId="47"/>
        <pc:sldMkLst>
          <pc:docMk/>
          <pc:sldMk cId="344545374" sldId="270"/>
        </pc:sldMkLst>
      </pc:sldChg>
      <pc:sldChg chg="addSp delSp modSp mod modAnim">
        <pc:chgData name="talari vishnuvardhan" userId="a5ebf61bddae72dd" providerId="LiveId" clId="{48E6BD6C-8128-4AAB-8E81-314FA2E48D5F}" dt="2026-07-16T05:14:57.351" v="1258" actId="1076"/>
        <pc:sldMkLst>
          <pc:docMk/>
          <pc:sldMk cId="2962196405" sldId="271"/>
        </pc:sldMkLst>
        <pc:picChg chg="add mod">
          <ac:chgData name="talari vishnuvardhan" userId="a5ebf61bddae72dd" providerId="LiveId" clId="{48E6BD6C-8128-4AAB-8E81-314FA2E48D5F}" dt="2026-07-16T05:14:57.351" v="1258" actId="1076"/>
          <ac:picMkLst>
            <pc:docMk/>
            <pc:sldMk cId="2962196405" sldId="271"/>
            <ac:picMk id="2" creationId="{C926E180-177F-5603-72A4-634290D15699}"/>
          </ac:picMkLst>
        </pc:picChg>
        <pc:picChg chg="del">
          <ac:chgData name="talari vishnuvardhan" userId="a5ebf61bddae72dd" providerId="LiveId" clId="{48E6BD6C-8128-4AAB-8E81-314FA2E48D5F}" dt="2026-07-16T05:14:42.954" v="1252" actId="478"/>
          <ac:picMkLst>
            <pc:docMk/>
            <pc:sldMk cId="2962196405" sldId="271"/>
            <ac:picMk id="8" creationId="{5E3F08BA-2DD1-4B68-0FF3-67B213121F5E}"/>
          </ac:picMkLst>
        </pc:picChg>
      </pc:sldChg>
      <pc:sldChg chg="del">
        <pc:chgData name="talari vishnuvardhan" userId="a5ebf61bddae72dd" providerId="LiveId" clId="{48E6BD6C-8128-4AAB-8E81-314FA2E48D5F}" dt="2026-07-16T05:20:44.692" v="1300" actId="47"/>
        <pc:sldMkLst>
          <pc:docMk/>
          <pc:sldMk cId="3184598774" sldId="272"/>
        </pc:sldMkLst>
      </pc:sldChg>
      <pc:sldChg chg="modSp mod">
        <pc:chgData name="talari vishnuvardhan" userId="a5ebf61bddae72dd" providerId="LiveId" clId="{48E6BD6C-8128-4AAB-8E81-314FA2E48D5F}" dt="2026-07-16T04:32:22.665" v="1164" actId="1076"/>
        <pc:sldMkLst>
          <pc:docMk/>
          <pc:sldMk cId="680203451" sldId="273"/>
        </pc:sldMkLst>
        <pc:spChg chg="mod">
          <ac:chgData name="talari vishnuvardhan" userId="a5ebf61bddae72dd" providerId="LiveId" clId="{48E6BD6C-8128-4AAB-8E81-314FA2E48D5F}" dt="2026-07-16T04:30:21.479" v="1154" actId="1076"/>
          <ac:spMkLst>
            <pc:docMk/>
            <pc:sldMk cId="680203451" sldId="273"/>
            <ac:spMk id="5" creationId="{00000000-0000-0000-0000-000000000000}"/>
          </ac:spMkLst>
        </pc:spChg>
        <pc:spChg chg="mod">
          <ac:chgData name="talari vishnuvardhan" userId="a5ebf61bddae72dd" providerId="LiveId" clId="{48E6BD6C-8128-4AAB-8E81-314FA2E48D5F}" dt="2026-07-16T04:30:29.676" v="1155" actId="1076"/>
          <ac:spMkLst>
            <pc:docMk/>
            <pc:sldMk cId="680203451" sldId="273"/>
            <ac:spMk id="7" creationId="{00000000-0000-0000-0000-000000000000}"/>
          </ac:spMkLst>
        </pc:spChg>
        <pc:spChg chg="mod">
          <ac:chgData name="talari vishnuvardhan" userId="a5ebf61bddae72dd" providerId="LiveId" clId="{48E6BD6C-8128-4AAB-8E81-314FA2E48D5F}" dt="2026-07-16T04:31:20.381" v="1159" actId="113"/>
          <ac:spMkLst>
            <pc:docMk/>
            <pc:sldMk cId="680203451" sldId="273"/>
            <ac:spMk id="8" creationId="{00000000-0000-0000-0000-000000000000}"/>
          </ac:spMkLst>
        </pc:spChg>
        <pc:spChg chg="mod">
          <ac:chgData name="talari vishnuvardhan" userId="a5ebf61bddae72dd" providerId="LiveId" clId="{48E6BD6C-8128-4AAB-8E81-314FA2E48D5F}" dt="2026-07-16T04:31:35.944" v="1161" actId="1076"/>
          <ac:spMkLst>
            <pc:docMk/>
            <pc:sldMk cId="680203451" sldId="273"/>
            <ac:spMk id="11" creationId="{00000000-0000-0000-0000-000000000000}"/>
          </ac:spMkLst>
        </pc:spChg>
        <pc:spChg chg="mod">
          <ac:chgData name="talari vishnuvardhan" userId="a5ebf61bddae72dd" providerId="LiveId" clId="{48E6BD6C-8128-4AAB-8E81-314FA2E48D5F}" dt="2026-07-16T04:32:22.665" v="1164" actId="1076"/>
          <ac:spMkLst>
            <pc:docMk/>
            <pc:sldMk cId="680203451" sldId="273"/>
            <ac:spMk id="13" creationId="{00000000-0000-0000-0000-000000000000}"/>
          </ac:spMkLst>
        </pc:spChg>
      </pc:sldChg>
      <pc:sldChg chg="del">
        <pc:chgData name="talari vishnuvardhan" userId="a5ebf61bddae72dd" providerId="LiveId" clId="{48E6BD6C-8128-4AAB-8E81-314FA2E48D5F}" dt="2026-07-16T05:20:41.145" v="1299" actId="47"/>
        <pc:sldMkLst>
          <pc:docMk/>
          <pc:sldMk cId="849699648" sldId="274"/>
        </pc:sldMkLst>
      </pc:sldChg>
      <pc:sldChg chg="delSp modSp mod ord">
        <pc:chgData name="talari vishnuvardhan" userId="a5ebf61bddae72dd" providerId="LiveId" clId="{48E6BD6C-8128-4AAB-8E81-314FA2E48D5F}" dt="2026-07-16T05:22:44.014" v="1322" actId="27636"/>
        <pc:sldMkLst>
          <pc:docMk/>
          <pc:sldMk cId="4199617370" sldId="275"/>
        </pc:sldMkLst>
        <pc:spChg chg="mod">
          <ac:chgData name="talari vishnuvardhan" userId="a5ebf61bddae72dd" providerId="LiveId" clId="{48E6BD6C-8128-4AAB-8E81-314FA2E48D5F}" dt="2026-07-16T05:22:44.014" v="1322" actId="27636"/>
          <ac:spMkLst>
            <pc:docMk/>
            <pc:sldMk cId="4199617370" sldId="275"/>
            <ac:spMk id="3" creationId="{00000000-0000-0000-0000-000000000000}"/>
          </ac:spMkLst>
        </pc:spChg>
        <pc:picChg chg="del">
          <ac:chgData name="talari vishnuvardhan" userId="a5ebf61bddae72dd" providerId="LiveId" clId="{48E6BD6C-8128-4AAB-8E81-314FA2E48D5F}" dt="2026-07-16T05:22:00.592" v="1305" actId="478"/>
          <ac:picMkLst>
            <pc:docMk/>
            <pc:sldMk cId="4199617370" sldId="275"/>
            <ac:picMk id="9" creationId="{5D111218-19F8-2D4E-3D42-E21FE31A44F9}"/>
          </ac:picMkLst>
        </pc:picChg>
      </pc:sldChg>
      <pc:sldChg chg="modSp mod">
        <pc:chgData name="talari vishnuvardhan" userId="a5ebf61bddae72dd" providerId="LiveId" clId="{48E6BD6C-8128-4AAB-8E81-314FA2E48D5F}" dt="2026-07-16T05:20:23.149" v="1298" actId="2711"/>
        <pc:sldMkLst>
          <pc:docMk/>
          <pc:sldMk cId="1694876739" sldId="276"/>
        </pc:sldMkLst>
        <pc:spChg chg="mod">
          <ac:chgData name="talari vishnuvardhan" userId="a5ebf61bddae72dd" providerId="LiveId" clId="{48E6BD6C-8128-4AAB-8E81-314FA2E48D5F}" dt="2026-07-16T05:20:23.149" v="1298" actId="2711"/>
          <ac:spMkLst>
            <pc:docMk/>
            <pc:sldMk cId="1694876739" sldId="276"/>
            <ac:spMk id="3" creationId="{00000000-0000-0000-0000-000000000000}"/>
          </ac:spMkLst>
        </pc:spChg>
      </pc:sldChg>
      <pc:sldChg chg="modSp mod">
        <pc:chgData name="talari vishnuvardhan" userId="a5ebf61bddae72dd" providerId="LiveId" clId="{48E6BD6C-8128-4AAB-8E81-314FA2E48D5F}" dt="2026-07-16T05:33:04.229" v="1371" actId="20577"/>
        <pc:sldMkLst>
          <pc:docMk/>
          <pc:sldMk cId="1278528302" sldId="277"/>
        </pc:sldMkLst>
        <pc:graphicFrameChg chg="mod modGraphic">
          <ac:chgData name="talari vishnuvardhan" userId="a5ebf61bddae72dd" providerId="LiveId" clId="{48E6BD6C-8128-4AAB-8E81-314FA2E48D5F}" dt="2026-07-16T05:33:04.229" v="1371" actId="20577"/>
          <ac:graphicFrameMkLst>
            <pc:docMk/>
            <pc:sldMk cId="1278528302" sldId="277"/>
            <ac:graphicFrameMk id="6" creationId="{DEA40544-6EF6-D702-DEFB-A11DF47E3C71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A98AF03-7270-45C2-A683-C5E353EF01A5}" type="datetime4">
              <a:rPr lang="en-US" smtClean="0"/>
              <a:pPr/>
              <a:t>July 16, 2026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7EC2-47FB-48A1-8644-C8A81DDAA119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July 16, 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971600" y="836712"/>
            <a:ext cx="6912768" cy="1152128"/>
          </a:xfrm>
          <a:custGeom>
            <a:avLst/>
            <a:gdLst/>
            <a:ahLst/>
            <a:cxnLst/>
            <a:rect l="l" t="t" r="r" b="b"/>
            <a:pathLst>
              <a:path w="13708378" h="1764954">
                <a:moveTo>
                  <a:pt x="0" y="0"/>
                </a:moveTo>
                <a:lnTo>
                  <a:pt x="13708378" y="0"/>
                </a:lnTo>
                <a:lnTo>
                  <a:pt x="13708378" y="1764954"/>
                </a:lnTo>
                <a:lnTo>
                  <a:pt x="0" y="1764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495935" y="2345548"/>
            <a:ext cx="7864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 Efficiency Analysis using Recurrence Relations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95736" y="3585210"/>
            <a:ext cx="511256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CSA0613 - DESIGN AND ANALYSIS OF ALGORITHMS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7795" y="4581128"/>
            <a:ext cx="1980029" cy="5796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3781"/>
              </a:lnSpc>
              <a:spcBef>
                <a:spcPct val="0"/>
              </a:spcBef>
            </a:pPr>
            <a:r>
              <a:rPr lang="en-US" b="1" dirty="0">
                <a:solidFill>
                  <a:srgbClr val="1256A3"/>
                </a:solidFill>
                <a:latin typeface="Garet Bold"/>
                <a:ea typeface="Garet Bold"/>
                <a:cs typeface="Garet Bold"/>
                <a:sym typeface="Garet Bold"/>
              </a:rPr>
              <a:t>PRESENTED BY</a:t>
            </a:r>
          </a:p>
        </p:txBody>
      </p:sp>
      <p:sp>
        <p:nvSpPr>
          <p:cNvPr id="11" name="Rectangle 10"/>
          <p:cNvSpPr/>
          <p:nvPr/>
        </p:nvSpPr>
        <p:spPr>
          <a:xfrm rot="10800000" flipV="1">
            <a:off x="645015" y="5156692"/>
            <a:ext cx="4983778" cy="864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3249"/>
              </a:lnSpc>
              <a:spcBef>
                <a:spcPct val="0"/>
              </a:spcBef>
            </a:pPr>
            <a:r>
              <a:rPr lang="en-US" dirty="0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TALARI VISHNUVARDHAN (192572091)</a:t>
            </a:r>
          </a:p>
          <a:p>
            <a:pPr lvl="0">
              <a:lnSpc>
                <a:spcPts val="3249"/>
              </a:lnSpc>
              <a:spcBef>
                <a:spcPct val="0"/>
              </a:spcBef>
            </a:pPr>
            <a:endParaRPr lang="en-US" dirty="0">
              <a:solidFill>
                <a:srgbClr val="2B2B2B"/>
              </a:solidFill>
              <a:latin typeface="Times New Roman" pitchFamily="18" charset="0"/>
              <a:ea typeface="Garet Bold"/>
              <a:cs typeface="Times New Roman" pitchFamily="18" charset="0"/>
              <a:sym typeface="Garet 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96136" y="4649554"/>
            <a:ext cx="1527021" cy="5796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3769"/>
              </a:lnSpc>
              <a:spcBef>
                <a:spcPct val="0"/>
              </a:spcBef>
            </a:pPr>
            <a:r>
              <a:rPr lang="en-US" b="1" dirty="0">
                <a:solidFill>
                  <a:srgbClr val="1256A3"/>
                </a:solidFill>
                <a:latin typeface="Garet Bold"/>
                <a:ea typeface="Garet Bold"/>
                <a:cs typeface="Garet Bold"/>
                <a:sym typeface="Garet Bold"/>
              </a:rPr>
              <a:t>GUIDED BY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4048" y="5135340"/>
            <a:ext cx="4392488" cy="453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3249"/>
              </a:lnSpc>
              <a:spcBef>
                <a:spcPct val="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Dr. F. MARY HARIN FERNANDEZ</a:t>
            </a:r>
            <a:endParaRPr lang="en-US" dirty="0">
              <a:solidFill>
                <a:srgbClr val="2B2B2B"/>
              </a:solidFill>
              <a:latin typeface="Times New Roman" panose="02020603050405020304" pitchFamily="18" charset="0"/>
              <a:ea typeface="Garet Bold"/>
              <a:cs typeface="Times New Roman" pitchFamily="18" charset="0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68020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4846-44FD-30AA-BD20-107E4B37C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764704"/>
            <a:ext cx="2592288" cy="50405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                        </a:t>
            </a: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40E076-23EC-65D1-2134-8EB3B6F8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A40544-6EF6-D702-DEFB-A11DF47E3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812605"/>
              </p:ext>
            </p:extLst>
          </p:nvPr>
        </p:nvGraphicFramePr>
        <p:xfrm>
          <a:off x="1835696" y="1535883"/>
          <a:ext cx="5220580" cy="452986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1509298229"/>
                    </a:ext>
                  </a:extLst>
                </a:gridCol>
                <a:gridCol w="3384375">
                  <a:extLst>
                    <a:ext uri="{9D8B030D-6E8A-4147-A177-3AD203B41FA5}">
                      <a16:colId xmlns:a16="http://schemas.microsoft.com/office/drawing/2014/main" val="1057341905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1249277283"/>
                    </a:ext>
                  </a:extLst>
                </a:gridCol>
              </a:tblGrid>
              <a:tr h="3809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44901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530397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644046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68528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Algorithm/Pseudocode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275134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097078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Tools/technologies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858084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(Code)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791747"/>
                  </a:ext>
                </a:extLst>
              </a:tr>
              <a:tr h="3732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097732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 Analysis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464661"/>
                  </a:ext>
                </a:extLst>
              </a:tr>
              <a:tr h="4228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626263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90622"/>
                  </a:ext>
                </a:extLst>
              </a:tr>
              <a:tr h="3192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473872"/>
                  </a:ext>
                </a:extLst>
              </a:tr>
            </a:tbl>
          </a:graphicData>
        </a:graphic>
      </p:graphicFrame>
      <p:pic>
        <p:nvPicPr>
          <p:cNvPr id="4" name="Google Shape;94;p2">
            <a:extLst>
              <a:ext uri="{FF2B5EF4-FFF2-40B4-BE49-F238E27FC236}">
                <a16:creationId xmlns:a16="http://schemas.microsoft.com/office/drawing/2014/main" id="{99573CB0-427C-C734-7F71-3790533BF0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2">
            <a:extLst>
              <a:ext uri="{FF2B5EF4-FFF2-40B4-BE49-F238E27FC236}">
                <a16:creationId xmlns:a16="http://schemas.microsoft.com/office/drawing/2014/main" id="{6B5614C2-46B4-4B53-8811-9B673A4F91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852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908720"/>
            <a:ext cx="5616624" cy="86409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59" y="1988840"/>
            <a:ext cx="7809557" cy="4464496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 is a powerful algorithm design technique that solves complex problems by breaking them into smaller, manageable subproblems.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subproblem is solved recursively, and the individual solutions are combined to obtain the final result efficiently.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are mathematical equations used to represent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running time of recursive algorithms.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Master Theorem is a standard method used to solve recurrence relations and determine the algorithm's time complexity.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 is widely used in efficient algorithms such as Merge Sort, Quick Sort, Binary Search, and Strassen's Matrix Multiplication, making it an essential technique in computer science</a:t>
            </a:r>
            <a:r>
              <a:rPr lang="en-IN" sz="2000" dirty="0"/>
              <a:t>. </a:t>
            </a: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6726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1832" y="1085894"/>
            <a:ext cx="6291899" cy="90294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8427" y="1883674"/>
            <a:ext cx="6578707" cy="388843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efficiency of a Divide and Conquer algorithm using recurrence relations.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problem into smaller subproblems, solve them recursively, and combine the results.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Master Theorem to determine the algorithm's time complexity.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justify why the Divide and Conquer approach is efficient for solving large-scale problems.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484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856" y="762799"/>
            <a:ext cx="5616624" cy="50405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Algorithm/Pseudocode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88812" y="2132856"/>
            <a:ext cx="4248472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Divide And Conquer(n)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Problem of size n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Solution to the problem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if (n ≤ 1)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Divide the problem into two subproblems of size n/2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Divide And Conquer(n/2)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Divide And Conquer(n/2)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Combine the results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187" y="1636121"/>
            <a:ext cx="3672407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Divide And Conquer(n)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If n ≤ 1, return (Base Case).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Divide the problem into two equal subproblems of size n/2.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Recursively solve each subproblem.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Combine the solutions of the subproblems.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Return the final solution.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987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96" y="881239"/>
            <a:ext cx="4625491" cy="50256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 fontScale="90000"/>
          </a:bodyPr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4592" y="368507"/>
            <a:ext cx="1332156" cy="365125"/>
          </a:xfrm>
        </p:spPr>
        <p:txBody>
          <a:bodyPr/>
          <a:lstStyle/>
          <a:p>
            <a:fld id="{8B37D5FE-740C-46F5-801A-FA5477D9711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992" y="191627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9227" y="188640"/>
            <a:ext cx="1374773" cy="1041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ABA598-7293-58A6-1EF6-D59B9728A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700808"/>
            <a:ext cx="7128792" cy="468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26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80" y="836712"/>
            <a:ext cx="5904656" cy="64807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TOOLS/TECHNOLOGIES USED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188640"/>
            <a:ext cx="1332156" cy="365125"/>
          </a:xfrm>
        </p:spPr>
        <p:txBody>
          <a:bodyPr/>
          <a:lstStyle/>
          <a:p>
            <a:fld id="{8B37D5FE-740C-46F5-801A-FA5477D9711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6A2D43-C62D-2E0F-6EA2-D319D897E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730287"/>
            <a:ext cx="6624736" cy="429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2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9792" y="963698"/>
            <a:ext cx="3393913" cy="72008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(Code)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513D3F-7A3D-A9CE-1EB6-AA87E383F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057861"/>
            <a:ext cx="6906146" cy="41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0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563888" y="755412"/>
            <a:ext cx="165618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OUTPUT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20260716-0514-06.5883344">
            <a:hlinkClick r:id="" action="ppaction://media"/>
            <a:extLst>
              <a:ext uri="{FF2B5EF4-FFF2-40B4-BE49-F238E27FC236}">
                <a16:creationId xmlns:a16="http://schemas.microsoft.com/office/drawing/2014/main" id="{C926E180-177F-5603-72A4-634290D156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12692" y="1243617"/>
            <a:ext cx="7272808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9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0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808" y="1052736"/>
            <a:ext cx="2880320" cy="79208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2132856"/>
                <a:ext cx="8136904" cy="3960440"/>
              </a:xfrm>
            </p:spPr>
            <p:txBody>
              <a:bodyPr>
                <a:noAutofit/>
              </a:bodyPr>
              <a:lstStyle/>
              <a:p>
                <a:pPr marL="6858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Recurrence Relation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 sz="180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IN" sz="1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80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IN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Master Theorem Parameters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subproblems (</a:t>
                </a: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2 </a:t>
                </a:r>
              </a:p>
              <a:p>
                <a:pPr marL="6858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Division factor (</a:t>
                </a: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2 </a:t>
                </a:r>
              </a:p>
              <a:p>
                <a:pPr marL="6858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 done outside recursion (</a:t>
                </a: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f(n)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n </a:t>
                </a:r>
              </a:p>
              <a:p>
                <a:pPr marL="6858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Since,</a:t>
                </a:r>
              </a:p>
              <a:p>
                <a:pPr marL="6858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</a:t>
                </a:r>
              </a:p>
              <a:p>
                <a:pPr marL="6858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180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according to </a:t>
                </a: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2 of the Master Theorem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6858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IN" sz="1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1800">
                              <a:latin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unc>
                                <m:func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e>
                      </m:borderBox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2132856"/>
                <a:ext cx="8136904" cy="3960440"/>
              </a:xfrm>
              <a:blipFill>
                <a:blip r:embed="rId2"/>
                <a:stretch>
                  <a:fillRect t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301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836712"/>
            <a:ext cx="5616624" cy="86409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FUTURE SCOPE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860898"/>
            <a:ext cx="7056784" cy="444842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 and Conquer algorithms can be enhanced using multi-core processors and parallel computing to achieve faster execution.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Data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approach can be applied to efficiently process big data, cloud computing, and distributed systems.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 and Conquer techniques can optimize data processing, model training, and search algorithms in AI applications.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Algorithm Design: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research can develop more efficient Divide and Conquer algorithms with improved time and space complexity for complex computational problems</a:t>
            </a:r>
            <a:r>
              <a:rPr lang="en-IN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9617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980728"/>
            <a:ext cx="5616624" cy="86409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988840"/>
            <a:ext cx="8225824" cy="5256584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Divide and Conquer approach recursively divides a problem into smaller subproblems.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recurrence relation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T(n)=2T(n/2)+n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the running time of the algorithm.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Master Theorem, the overall time complexity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Θ(n log 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efficient and is commonly used in algorithms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Sort, Quick Sort, and Binary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407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836712"/>
            <a:ext cx="5616624" cy="86409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64" y="2207045"/>
            <a:ext cx="7377509" cy="4104456"/>
          </a:xfrm>
        </p:spPr>
        <p:txBody>
          <a:bodyPr>
            <a:normAutofit/>
          </a:bodyPr>
          <a:lstStyle/>
          <a:p>
            <a:pPr marL="525780" indent="-457200" algn="just"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H.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Charles E.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Ronald L. Rivest, Clifford Stein,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4th Edition, MIT Press.</a:t>
            </a:r>
          </a:p>
          <a:p>
            <a:pPr marL="525780" indent="-457200" algn="just"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Ellis Horowitz and Sartaj Sahni,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Alfred V. Aho, John E.</a:t>
            </a:r>
          </a:p>
          <a:p>
            <a:pPr marL="525780" indent="-457200" algn="just"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Hopcroft, Jeffrey D. Ullman,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and Analysis of Computer Algorithms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25780" indent="-457200" algn="just"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Notes –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 (DAA)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FBB5E5F-4D20-BE6F-8F84-A13C0D6769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2">
            <a:extLst>
              <a:ext uri="{FF2B5EF4-FFF2-40B4-BE49-F238E27FC236}">
                <a16:creationId xmlns:a16="http://schemas.microsoft.com/office/drawing/2014/main" id="{485302A2-8E6B-D81B-78D9-D789DE37D7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4876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3BA30-7D40-720A-0E92-B60845C2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C0E5D9-6FB3-AAF6-6D6B-65AC47FE6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12" y="730988"/>
            <a:ext cx="8309258" cy="5784911"/>
          </a:xfrm>
          <a:prstGeom prst="rect">
            <a:avLst/>
          </a:prstGeom>
        </p:spPr>
      </p:pic>
      <p:pic>
        <p:nvPicPr>
          <p:cNvPr id="12" name="Google Shape;94;p2">
            <a:extLst>
              <a:ext uri="{FF2B5EF4-FFF2-40B4-BE49-F238E27FC236}">
                <a16:creationId xmlns:a16="http://schemas.microsoft.com/office/drawing/2014/main" id="{D725DF75-5B91-9CDC-D008-E12380450C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6" y="47611"/>
            <a:ext cx="1406336" cy="10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95;p2">
            <a:extLst>
              <a:ext uri="{FF2B5EF4-FFF2-40B4-BE49-F238E27FC236}">
                <a16:creationId xmlns:a16="http://schemas.microsoft.com/office/drawing/2014/main" id="{988A2B73-384A-A4A6-8E01-02692994ED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3731" y="44624"/>
            <a:ext cx="1374773" cy="1041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9977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841</TotalTime>
  <Words>732</Words>
  <Application>Microsoft Office PowerPoint</Application>
  <PresentationFormat>On-screen Show (4:3)</PresentationFormat>
  <Paragraphs>126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Cambria Math</vt:lpstr>
      <vt:lpstr>Century Gothic</vt:lpstr>
      <vt:lpstr>Garet Bold</vt:lpstr>
      <vt:lpstr>Times New Roman</vt:lpstr>
      <vt:lpstr>Wingdings</vt:lpstr>
      <vt:lpstr>Wingdings 2</vt:lpstr>
      <vt:lpstr>Austin</vt:lpstr>
      <vt:lpstr>PowerPoint Presentation</vt:lpstr>
      <vt:lpstr>                        AGENDA</vt:lpstr>
      <vt:lpstr>INTRODUCTION</vt:lpstr>
      <vt:lpstr>PROBLEM STATEMENT</vt:lpstr>
      <vt:lpstr>Algorithm/Pseudocode</vt:lpstr>
      <vt:lpstr>SYSTEM ARCHITECTURE</vt:lpstr>
      <vt:lpstr>TOOLS/TECHNOLOGIES USED</vt:lpstr>
      <vt:lpstr>Implementation (Code)</vt:lpstr>
      <vt:lpstr>PowerPoint Presentation</vt:lpstr>
      <vt:lpstr>Complexity Analysis</vt:lpstr>
      <vt:lpstr>FUTURE SCOPE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Home</dc:creator>
  <cp:lastModifiedBy>talari vishnuvardhan</cp:lastModifiedBy>
  <cp:revision>35</cp:revision>
  <dcterms:created xsi:type="dcterms:W3CDTF">2025-11-03T12:05:20Z</dcterms:created>
  <dcterms:modified xsi:type="dcterms:W3CDTF">2026-07-16T05:33:07Z</dcterms:modified>
</cp:coreProperties>
</file>